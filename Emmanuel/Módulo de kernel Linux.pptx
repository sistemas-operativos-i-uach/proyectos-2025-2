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9" r:id="rId3"/>
    <p:sldId id="260" r:id="rId4"/>
    <p:sldId id="261" r:id="rId5"/>
    <p:sldId id="262" r:id="rId6"/>
    <p:sldId id="264" r:id="rId7"/>
    <p:sldId id="265" r:id="rId8"/>
    <p:sldId id="266" r:id="rId9"/>
    <p:sldId id="267" r:id="rId10"/>
    <p:sldId id="268" r:id="rId11"/>
    <p:sldId id="269" r:id="rId12"/>
    <p:sldId id="270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5E5C4D-6CFB-4861-90B1-8BE209FE7CAE}" v="26" dt="2025-11-26T19:20:18.7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906" y="6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manuel Olivas Chaparro" userId="3ff2e33ff1c419cb" providerId="LiveId" clId="{9F23F8AB-2A68-44FC-93F3-793E48F87778}"/>
    <pc:docChg chg="undo custSel addSld delSld modSld">
      <pc:chgData name="Emmanuel Olivas Chaparro" userId="3ff2e33ff1c419cb" providerId="LiveId" clId="{9F23F8AB-2A68-44FC-93F3-793E48F87778}" dt="2025-11-26T19:44:21.740" v="320" actId="14100"/>
      <pc:docMkLst>
        <pc:docMk/>
      </pc:docMkLst>
      <pc:sldChg chg="modSp new mod">
        <pc:chgData name="Emmanuel Olivas Chaparro" userId="3ff2e33ff1c419cb" providerId="LiveId" clId="{9F23F8AB-2A68-44FC-93F3-793E48F87778}" dt="2025-11-26T19:07:47.938" v="117"/>
        <pc:sldMkLst>
          <pc:docMk/>
          <pc:sldMk cId="3152247459" sldId="256"/>
        </pc:sldMkLst>
        <pc:spChg chg="mod">
          <ac:chgData name="Emmanuel Olivas Chaparro" userId="3ff2e33ff1c419cb" providerId="LiveId" clId="{9F23F8AB-2A68-44FC-93F3-793E48F87778}" dt="2025-11-26T19:07:47.938" v="117"/>
          <ac:spMkLst>
            <pc:docMk/>
            <pc:sldMk cId="3152247459" sldId="256"/>
            <ac:spMk id="2" creationId="{4D38757C-8D3D-1B00-EF8D-2C1A4ED436A4}"/>
          </ac:spMkLst>
        </pc:spChg>
      </pc:sldChg>
      <pc:sldChg chg="addSp delSp modSp del mod">
        <pc:chgData name="Emmanuel Olivas Chaparro" userId="3ff2e33ff1c419cb" providerId="LiveId" clId="{9F23F8AB-2A68-44FC-93F3-793E48F87778}" dt="2025-11-26T19:17:21.601" v="171" actId="47"/>
        <pc:sldMkLst>
          <pc:docMk/>
          <pc:sldMk cId="3253783959" sldId="257"/>
        </pc:sldMkLst>
        <pc:spChg chg="add mod">
          <ac:chgData name="Emmanuel Olivas Chaparro" userId="3ff2e33ff1c419cb" providerId="LiveId" clId="{9F23F8AB-2A68-44FC-93F3-793E48F87778}" dt="2025-11-26T19:12:22.622" v="150" actId="20577"/>
          <ac:spMkLst>
            <pc:docMk/>
            <pc:sldMk cId="3253783959" sldId="257"/>
            <ac:spMk id="3" creationId="{C6E97E17-ED27-CE99-D130-0BD39F455548}"/>
          </ac:spMkLst>
        </pc:spChg>
        <pc:picChg chg="add del mod ord">
          <ac:chgData name="Emmanuel Olivas Chaparro" userId="3ff2e33ff1c419cb" providerId="LiveId" clId="{9F23F8AB-2A68-44FC-93F3-793E48F87778}" dt="2025-11-26T19:07:50.912" v="118" actId="478"/>
          <ac:picMkLst>
            <pc:docMk/>
            <pc:sldMk cId="3253783959" sldId="257"/>
            <ac:picMk id="5" creationId="{C4DDE578-AF4E-4D65-386C-961E9F4533B2}"/>
          </ac:picMkLst>
        </pc:picChg>
      </pc:sldChg>
      <pc:sldChg chg="addSp delSp modSp add del mod">
        <pc:chgData name="Emmanuel Olivas Chaparro" userId="3ff2e33ff1c419cb" providerId="LiveId" clId="{9F23F8AB-2A68-44FC-93F3-793E48F87778}" dt="2025-11-26T19:13:40.044" v="170" actId="47"/>
        <pc:sldMkLst>
          <pc:docMk/>
          <pc:sldMk cId="1516889060" sldId="258"/>
        </pc:sldMkLst>
        <pc:spChg chg="add mod">
          <ac:chgData name="Emmanuel Olivas Chaparro" userId="3ff2e33ff1c419cb" providerId="LiveId" clId="{9F23F8AB-2A68-44FC-93F3-793E48F87778}" dt="2025-11-26T19:12:47.794" v="152"/>
          <ac:spMkLst>
            <pc:docMk/>
            <pc:sldMk cId="1516889060" sldId="258"/>
            <ac:spMk id="2" creationId="{2B4D6315-0D61-2E5F-16C7-9434207A89F6}"/>
          </ac:spMkLst>
        </pc:spChg>
        <pc:spChg chg="add del mod">
          <ac:chgData name="Emmanuel Olivas Chaparro" userId="3ff2e33ff1c419cb" providerId="LiveId" clId="{9F23F8AB-2A68-44FC-93F3-793E48F87778}" dt="2025-11-26T19:13:24.356" v="169" actId="14100"/>
          <ac:spMkLst>
            <pc:docMk/>
            <pc:sldMk cId="1516889060" sldId="258"/>
            <ac:spMk id="3" creationId="{CD6C679A-51CD-388B-CE6C-673FE43885CB}"/>
          </ac:spMkLst>
        </pc:spChg>
        <pc:spChg chg="add mod">
          <ac:chgData name="Emmanuel Olivas Chaparro" userId="3ff2e33ff1c419cb" providerId="LiveId" clId="{9F23F8AB-2A68-44FC-93F3-793E48F87778}" dt="2025-11-26T19:12:55.481" v="157"/>
          <ac:spMkLst>
            <pc:docMk/>
            <pc:sldMk cId="1516889060" sldId="258"/>
            <ac:spMk id="4" creationId="{1C0E3CE6-6C96-B3C8-142B-997720882E5A}"/>
          </ac:spMkLst>
        </pc:spChg>
      </pc:sldChg>
      <pc:sldChg chg="addSp modSp add mod setBg">
        <pc:chgData name="Emmanuel Olivas Chaparro" userId="3ff2e33ff1c419cb" providerId="LiveId" clId="{9F23F8AB-2A68-44FC-93F3-793E48F87778}" dt="2025-11-26T19:44:12.547" v="317" actId="14100"/>
        <pc:sldMkLst>
          <pc:docMk/>
          <pc:sldMk cId="3561179063" sldId="259"/>
        </pc:sldMkLst>
        <pc:spChg chg="mod ord">
          <ac:chgData name="Emmanuel Olivas Chaparro" userId="3ff2e33ff1c419cb" providerId="LiveId" clId="{9F23F8AB-2A68-44FC-93F3-793E48F87778}" dt="2025-11-26T19:44:12.547" v="317" actId="14100"/>
          <ac:spMkLst>
            <pc:docMk/>
            <pc:sldMk cId="3561179063" sldId="259"/>
            <ac:spMk id="3" creationId="{889F14D7-A32F-4696-7409-AB3818FEE873}"/>
          </ac:spMkLst>
        </pc:spChg>
        <pc:picChg chg="add mod">
          <ac:chgData name="Emmanuel Olivas Chaparro" userId="3ff2e33ff1c419cb" providerId="LiveId" clId="{9F23F8AB-2A68-44FC-93F3-793E48F87778}" dt="2025-11-26T19:31:31.179" v="291" actId="26606"/>
          <ac:picMkLst>
            <pc:docMk/>
            <pc:sldMk cId="3561179063" sldId="259"/>
            <ac:picMk id="4" creationId="{8ADDB0D8-05D4-141B-E8EE-E9C531B6165D}"/>
          </ac:picMkLst>
        </pc:picChg>
      </pc:sldChg>
      <pc:sldChg chg="addSp modSp add mod setBg">
        <pc:chgData name="Emmanuel Olivas Chaparro" userId="3ff2e33ff1c419cb" providerId="LiveId" clId="{9F23F8AB-2A68-44FC-93F3-793E48F87778}" dt="2025-11-26T19:44:19.083" v="319" actId="1076"/>
        <pc:sldMkLst>
          <pc:docMk/>
          <pc:sldMk cId="2649225411" sldId="260"/>
        </pc:sldMkLst>
        <pc:spChg chg="mod">
          <ac:chgData name="Emmanuel Olivas Chaparro" userId="3ff2e33ff1c419cb" providerId="LiveId" clId="{9F23F8AB-2A68-44FC-93F3-793E48F87778}" dt="2025-11-26T19:44:17.813" v="318" actId="1076"/>
          <ac:spMkLst>
            <pc:docMk/>
            <pc:sldMk cId="2649225411" sldId="260"/>
            <ac:spMk id="3" creationId="{8DD1CEB9-B83A-FADB-6B4B-2AB72114BB24}"/>
          </ac:spMkLst>
        </pc:spChg>
        <pc:picChg chg="add mod">
          <ac:chgData name="Emmanuel Olivas Chaparro" userId="3ff2e33ff1c419cb" providerId="LiveId" clId="{9F23F8AB-2A68-44FC-93F3-793E48F87778}" dt="2025-11-26T19:44:19.083" v="319" actId="1076"/>
          <ac:picMkLst>
            <pc:docMk/>
            <pc:sldMk cId="2649225411" sldId="260"/>
            <ac:picMk id="4" creationId="{E6F9202A-E1C2-9C40-CDF7-1C425A4DEA9A}"/>
          </ac:picMkLst>
        </pc:picChg>
      </pc:sldChg>
      <pc:sldChg chg="addSp modSp add mod">
        <pc:chgData name="Emmanuel Olivas Chaparro" userId="3ff2e33ff1c419cb" providerId="LiveId" clId="{9F23F8AB-2A68-44FC-93F3-793E48F87778}" dt="2025-11-26T19:44:21.740" v="320" actId="14100"/>
        <pc:sldMkLst>
          <pc:docMk/>
          <pc:sldMk cId="839650417" sldId="261"/>
        </pc:sldMkLst>
        <pc:spChg chg="mod">
          <ac:chgData name="Emmanuel Olivas Chaparro" userId="3ff2e33ff1c419cb" providerId="LiveId" clId="{9F23F8AB-2A68-44FC-93F3-793E48F87778}" dt="2025-11-26T19:44:21.740" v="320" actId="14100"/>
          <ac:spMkLst>
            <pc:docMk/>
            <pc:sldMk cId="839650417" sldId="261"/>
            <ac:spMk id="3" creationId="{2FAF5F33-9ADF-FCE8-FB4B-D7C3031092CB}"/>
          </ac:spMkLst>
        </pc:spChg>
        <pc:picChg chg="add mod">
          <ac:chgData name="Emmanuel Olivas Chaparro" userId="3ff2e33ff1c419cb" providerId="LiveId" clId="{9F23F8AB-2A68-44FC-93F3-793E48F87778}" dt="2025-11-26T19:33:27.850" v="301" actId="1076"/>
          <ac:picMkLst>
            <pc:docMk/>
            <pc:sldMk cId="839650417" sldId="261"/>
            <ac:picMk id="4" creationId="{C2CF5495-DD9D-B341-1457-21A3F95CF8BD}"/>
          </ac:picMkLst>
        </pc:picChg>
      </pc:sldChg>
      <pc:sldChg chg="addSp modSp add mod setBg setClrOvrMap">
        <pc:chgData name="Emmanuel Olivas Chaparro" userId="3ff2e33ff1c419cb" providerId="LiveId" clId="{9F23F8AB-2A68-44FC-93F3-793E48F87778}" dt="2025-11-26T19:31:09.320" v="287" actId="26606"/>
        <pc:sldMkLst>
          <pc:docMk/>
          <pc:sldMk cId="2916268143" sldId="262"/>
        </pc:sldMkLst>
        <pc:spChg chg="mod">
          <ac:chgData name="Emmanuel Olivas Chaparro" userId="3ff2e33ff1c419cb" providerId="LiveId" clId="{9F23F8AB-2A68-44FC-93F3-793E48F87778}" dt="2025-11-26T19:31:09.320" v="287" actId="26606"/>
          <ac:spMkLst>
            <pc:docMk/>
            <pc:sldMk cId="2916268143" sldId="262"/>
            <ac:spMk id="3" creationId="{6B692B05-648E-0065-3DEC-0FC86ABB30BA}"/>
          </ac:spMkLst>
        </pc:spChg>
        <pc:spChg chg="add">
          <ac:chgData name="Emmanuel Olivas Chaparro" userId="3ff2e33ff1c419cb" providerId="LiveId" clId="{9F23F8AB-2A68-44FC-93F3-793E48F87778}" dt="2025-11-26T19:31:09.320" v="287" actId="26606"/>
          <ac:spMkLst>
            <pc:docMk/>
            <pc:sldMk cId="2916268143" sldId="262"/>
            <ac:spMk id="9" creationId="{95CB840F-8E41-4CA5-B79B-25CC80AD234A}"/>
          </ac:spMkLst>
        </pc:spChg>
        <pc:picChg chg="add mod">
          <ac:chgData name="Emmanuel Olivas Chaparro" userId="3ff2e33ff1c419cb" providerId="LiveId" clId="{9F23F8AB-2A68-44FC-93F3-793E48F87778}" dt="2025-11-26T19:31:09.320" v="287" actId="26606"/>
          <ac:picMkLst>
            <pc:docMk/>
            <pc:sldMk cId="2916268143" sldId="262"/>
            <ac:picMk id="4" creationId="{E72C54DB-F390-FD3D-3181-F7CE1BC3066A}"/>
          </ac:picMkLst>
        </pc:picChg>
      </pc:sldChg>
      <pc:sldChg chg="modSp add del mod">
        <pc:chgData name="Emmanuel Olivas Chaparro" userId="3ff2e33ff1c419cb" providerId="LiveId" clId="{9F23F8AB-2A68-44FC-93F3-793E48F87778}" dt="2025-11-26T19:31:54.958" v="293" actId="47"/>
        <pc:sldMkLst>
          <pc:docMk/>
          <pc:sldMk cId="353820856" sldId="263"/>
        </pc:sldMkLst>
        <pc:spChg chg="mod">
          <ac:chgData name="Emmanuel Olivas Chaparro" userId="3ff2e33ff1c419cb" providerId="LiveId" clId="{9F23F8AB-2A68-44FC-93F3-793E48F87778}" dt="2025-11-26T19:20:02.371" v="260" actId="20577"/>
          <ac:spMkLst>
            <pc:docMk/>
            <pc:sldMk cId="353820856" sldId="263"/>
            <ac:spMk id="3" creationId="{2A539CEE-1658-0449-2CF5-4881C1A4BD49}"/>
          </ac:spMkLst>
        </pc:spChg>
      </pc:sldChg>
      <pc:sldChg chg="addSp modSp add mod">
        <pc:chgData name="Emmanuel Olivas Chaparro" userId="3ff2e33ff1c419cb" providerId="LiveId" clId="{9F23F8AB-2A68-44FC-93F3-793E48F87778}" dt="2025-11-26T19:33:20.998" v="298" actId="1076"/>
        <pc:sldMkLst>
          <pc:docMk/>
          <pc:sldMk cId="2903769610" sldId="264"/>
        </pc:sldMkLst>
        <pc:spChg chg="mod">
          <ac:chgData name="Emmanuel Olivas Chaparro" userId="3ff2e33ff1c419cb" providerId="LiveId" clId="{9F23F8AB-2A68-44FC-93F3-793E48F87778}" dt="2025-11-26T19:33:18.909" v="297" actId="1076"/>
          <ac:spMkLst>
            <pc:docMk/>
            <pc:sldMk cId="2903769610" sldId="264"/>
            <ac:spMk id="3" creationId="{13D1874A-795D-6A7C-036D-ECEA9A5D3ADF}"/>
          </ac:spMkLst>
        </pc:spChg>
        <pc:picChg chg="add mod">
          <ac:chgData name="Emmanuel Olivas Chaparro" userId="3ff2e33ff1c419cb" providerId="LiveId" clId="{9F23F8AB-2A68-44FC-93F3-793E48F87778}" dt="2025-11-26T19:33:20.998" v="298" actId="1076"/>
          <ac:picMkLst>
            <pc:docMk/>
            <pc:sldMk cId="2903769610" sldId="264"/>
            <ac:picMk id="4" creationId="{84B0D40D-C884-7C12-3E21-D4BE91DF0C9B}"/>
          </ac:picMkLst>
        </pc:picChg>
        <pc:picChg chg="add mod">
          <ac:chgData name="Emmanuel Olivas Chaparro" userId="3ff2e33ff1c419cb" providerId="LiveId" clId="{9F23F8AB-2A68-44FC-93F3-793E48F87778}" dt="2025-11-26T19:33:15.587" v="296" actId="1076"/>
          <ac:picMkLst>
            <pc:docMk/>
            <pc:sldMk cId="2903769610" sldId="264"/>
            <ac:picMk id="6" creationId="{BA309585-B146-2E6E-3129-B9B2EB1690CB}"/>
          </ac:picMkLst>
        </pc:picChg>
      </pc:sldChg>
      <pc:sldChg chg="addSp modSp add mod">
        <pc:chgData name="Emmanuel Olivas Chaparro" userId="3ff2e33ff1c419cb" providerId="LiveId" clId="{9F23F8AB-2A68-44FC-93F3-793E48F87778}" dt="2025-11-26T19:33:49.144" v="304" actId="1076"/>
        <pc:sldMkLst>
          <pc:docMk/>
          <pc:sldMk cId="2343802844" sldId="265"/>
        </pc:sldMkLst>
        <pc:picChg chg="add mod">
          <ac:chgData name="Emmanuel Olivas Chaparro" userId="3ff2e33ff1c419cb" providerId="LiveId" clId="{9F23F8AB-2A68-44FC-93F3-793E48F87778}" dt="2025-11-26T19:33:49.144" v="304" actId="1076"/>
          <ac:picMkLst>
            <pc:docMk/>
            <pc:sldMk cId="2343802844" sldId="265"/>
            <ac:picMk id="4" creationId="{D9DBF7DE-A646-C2E5-80F4-FC3CB0DE442E}"/>
          </ac:picMkLst>
        </pc:picChg>
      </pc:sldChg>
      <pc:sldChg chg="addSp new mod">
        <pc:chgData name="Emmanuel Olivas Chaparro" userId="3ff2e33ff1c419cb" providerId="LiveId" clId="{9F23F8AB-2A68-44FC-93F3-793E48F87778}" dt="2025-11-26T19:34:40.835" v="308" actId="22"/>
        <pc:sldMkLst>
          <pc:docMk/>
          <pc:sldMk cId="165198645" sldId="266"/>
        </pc:sldMkLst>
        <pc:picChg chg="add">
          <ac:chgData name="Emmanuel Olivas Chaparro" userId="3ff2e33ff1c419cb" providerId="LiveId" clId="{9F23F8AB-2A68-44FC-93F3-793E48F87778}" dt="2025-11-26T19:34:40.835" v="308" actId="22"/>
          <ac:picMkLst>
            <pc:docMk/>
            <pc:sldMk cId="165198645" sldId="266"/>
            <ac:picMk id="3" creationId="{89689426-0647-6E21-34F7-EDBA3C76953A}"/>
          </ac:picMkLst>
        </pc:picChg>
      </pc:sldChg>
      <pc:sldChg chg="new del">
        <pc:chgData name="Emmanuel Olivas Chaparro" userId="3ff2e33ff1c419cb" providerId="LiveId" clId="{9F23F8AB-2A68-44FC-93F3-793E48F87778}" dt="2025-11-26T19:34:37.517" v="306" actId="680"/>
        <pc:sldMkLst>
          <pc:docMk/>
          <pc:sldMk cId="1304258282" sldId="266"/>
        </pc:sldMkLst>
      </pc:sldChg>
      <pc:sldChg chg="addSp new mod">
        <pc:chgData name="Emmanuel Olivas Chaparro" userId="3ff2e33ff1c419cb" providerId="LiveId" clId="{9F23F8AB-2A68-44FC-93F3-793E48F87778}" dt="2025-11-26T19:34:58.866" v="310" actId="22"/>
        <pc:sldMkLst>
          <pc:docMk/>
          <pc:sldMk cId="1068212420" sldId="267"/>
        </pc:sldMkLst>
        <pc:picChg chg="add">
          <ac:chgData name="Emmanuel Olivas Chaparro" userId="3ff2e33ff1c419cb" providerId="LiveId" clId="{9F23F8AB-2A68-44FC-93F3-793E48F87778}" dt="2025-11-26T19:34:58.866" v="310" actId="22"/>
          <ac:picMkLst>
            <pc:docMk/>
            <pc:sldMk cId="1068212420" sldId="267"/>
            <ac:picMk id="3" creationId="{D5C22A96-0E89-BFEE-0D1D-08A79F1DEE84}"/>
          </ac:picMkLst>
        </pc:picChg>
      </pc:sldChg>
      <pc:sldChg chg="addSp new mod">
        <pc:chgData name="Emmanuel Olivas Chaparro" userId="3ff2e33ff1c419cb" providerId="LiveId" clId="{9F23F8AB-2A68-44FC-93F3-793E48F87778}" dt="2025-11-26T19:35:15.676" v="312" actId="22"/>
        <pc:sldMkLst>
          <pc:docMk/>
          <pc:sldMk cId="2251098255" sldId="268"/>
        </pc:sldMkLst>
        <pc:picChg chg="add">
          <ac:chgData name="Emmanuel Olivas Chaparro" userId="3ff2e33ff1c419cb" providerId="LiveId" clId="{9F23F8AB-2A68-44FC-93F3-793E48F87778}" dt="2025-11-26T19:35:15.676" v="312" actId="22"/>
          <ac:picMkLst>
            <pc:docMk/>
            <pc:sldMk cId="2251098255" sldId="268"/>
            <ac:picMk id="3" creationId="{994A50D4-D5D2-D7FD-E421-A6A2530376CD}"/>
          </ac:picMkLst>
        </pc:picChg>
      </pc:sldChg>
      <pc:sldChg chg="addSp new mod">
        <pc:chgData name="Emmanuel Olivas Chaparro" userId="3ff2e33ff1c419cb" providerId="LiveId" clId="{9F23F8AB-2A68-44FC-93F3-793E48F87778}" dt="2025-11-26T19:36:19.567" v="314" actId="22"/>
        <pc:sldMkLst>
          <pc:docMk/>
          <pc:sldMk cId="3066659304" sldId="269"/>
        </pc:sldMkLst>
        <pc:picChg chg="add">
          <ac:chgData name="Emmanuel Olivas Chaparro" userId="3ff2e33ff1c419cb" providerId="LiveId" clId="{9F23F8AB-2A68-44FC-93F3-793E48F87778}" dt="2025-11-26T19:36:19.567" v="314" actId="22"/>
          <ac:picMkLst>
            <pc:docMk/>
            <pc:sldMk cId="3066659304" sldId="269"/>
            <ac:picMk id="3" creationId="{A53CF08F-A9E6-9189-6764-3390EA123E3F}"/>
          </ac:picMkLst>
        </pc:picChg>
      </pc:sldChg>
      <pc:sldChg chg="addSp new mod">
        <pc:chgData name="Emmanuel Olivas Chaparro" userId="3ff2e33ff1c419cb" providerId="LiveId" clId="{9F23F8AB-2A68-44FC-93F3-793E48F87778}" dt="2025-11-26T19:36:47.455" v="316" actId="22"/>
        <pc:sldMkLst>
          <pc:docMk/>
          <pc:sldMk cId="922925068" sldId="270"/>
        </pc:sldMkLst>
        <pc:picChg chg="add">
          <ac:chgData name="Emmanuel Olivas Chaparro" userId="3ff2e33ff1c419cb" providerId="LiveId" clId="{9F23F8AB-2A68-44FC-93F3-793E48F87778}" dt="2025-11-26T19:36:47.455" v="316" actId="22"/>
          <ac:picMkLst>
            <pc:docMk/>
            <pc:sldMk cId="922925068" sldId="270"/>
            <ac:picMk id="3" creationId="{7141D030-561F-31D3-197B-08D0D58E6E2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7EC4FA-F38F-48CA-8EAE-0EE67C3BB5B2}" type="datetimeFigureOut">
              <a:rPr lang="es-MX" smtClean="0"/>
              <a:t>26/11/2025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0886D6-9190-4063-A18E-D39BDEB2F5A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66933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0886D6-9190-4063-A18E-D39BDEB2F5AB}" type="slidenum">
              <a:rPr lang="es-MX" smtClean="0"/>
              <a:t>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46135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3F898-D7A4-4981-8465-552E348D7021}" type="datetimeFigureOut">
              <a:rPr lang="es-MX" smtClean="0"/>
              <a:t>26/11/2025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76F9F-244C-4A7E-9E3F-4AC332D7B95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67100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3F898-D7A4-4981-8465-552E348D7021}" type="datetimeFigureOut">
              <a:rPr lang="es-MX" smtClean="0"/>
              <a:t>26/11/2025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76F9F-244C-4A7E-9E3F-4AC332D7B95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74112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3F898-D7A4-4981-8465-552E348D7021}" type="datetimeFigureOut">
              <a:rPr lang="es-MX" smtClean="0"/>
              <a:t>26/11/2025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76F9F-244C-4A7E-9E3F-4AC332D7B95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59917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3F898-D7A4-4981-8465-552E348D7021}" type="datetimeFigureOut">
              <a:rPr lang="es-MX" smtClean="0"/>
              <a:t>26/11/2025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76F9F-244C-4A7E-9E3F-4AC332D7B95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12436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3F898-D7A4-4981-8465-552E348D7021}" type="datetimeFigureOut">
              <a:rPr lang="es-MX" smtClean="0"/>
              <a:t>26/11/2025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76F9F-244C-4A7E-9E3F-4AC332D7B95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65827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3F898-D7A4-4981-8465-552E348D7021}" type="datetimeFigureOut">
              <a:rPr lang="es-MX" smtClean="0"/>
              <a:t>26/11/2025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76F9F-244C-4A7E-9E3F-4AC332D7B95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56648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3F898-D7A4-4981-8465-552E348D7021}" type="datetimeFigureOut">
              <a:rPr lang="es-MX" smtClean="0"/>
              <a:t>26/11/2025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76F9F-244C-4A7E-9E3F-4AC332D7B95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88579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3F898-D7A4-4981-8465-552E348D7021}" type="datetimeFigureOut">
              <a:rPr lang="es-MX" smtClean="0"/>
              <a:t>26/11/2025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76F9F-244C-4A7E-9E3F-4AC332D7B95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72213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3F898-D7A4-4981-8465-552E348D7021}" type="datetimeFigureOut">
              <a:rPr lang="es-MX" smtClean="0"/>
              <a:t>26/11/2025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76F9F-244C-4A7E-9E3F-4AC332D7B95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00275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3F898-D7A4-4981-8465-552E348D7021}" type="datetimeFigureOut">
              <a:rPr lang="es-MX" smtClean="0"/>
              <a:t>26/11/2025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76F9F-244C-4A7E-9E3F-4AC332D7B95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97672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3F898-D7A4-4981-8465-552E348D7021}" type="datetimeFigureOut">
              <a:rPr lang="es-MX" smtClean="0"/>
              <a:t>26/11/2025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76F9F-244C-4A7E-9E3F-4AC332D7B95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759524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3F898-D7A4-4981-8465-552E348D7021}" type="datetimeFigureOut">
              <a:rPr lang="es-MX" smtClean="0"/>
              <a:t>26/11/2025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76F9F-244C-4A7E-9E3F-4AC332D7B950}" type="slidenum">
              <a:rPr lang="es-MX" smtClean="0"/>
              <a:t>‹Nº›</a:t>
            </a:fld>
            <a:endParaRPr lang="es-MX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99849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3F898-D7A4-4981-8465-552E348D7021}" type="datetimeFigureOut">
              <a:rPr lang="es-MX" smtClean="0"/>
              <a:t>26/11/2025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76F9F-244C-4A7E-9E3F-4AC332D7B95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771359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3F898-D7A4-4981-8465-552E348D7021}" type="datetimeFigureOut">
              <a:rPr lang="es-MX" smtClean="0"/>
              <a:t>26/11/2025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76F9F-244C-4A7E-9E3F-4AC332D7B95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414071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3F898-D7A4-4981-8465-552E348D7021}" type="datetimeFigureOut">
              <a:rPr lang="es-MX" smtClean="0"/>
              <a:t>26/11/2025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76F9F-244C-4A7E-9E3F-4AC332D7B95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168442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3F898-D7A4-4981-8465-552E348D7021}" type="datetimeFigureOut">
              <a:rPr lang="es-MX" smtClean="0"/>
              <a:t>26/11/2025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76F9F-244C-4A7E-9E3F-4AC332D7B95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113428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3F898-D7A4-4981-8465-552E348D7021}" type="datetimeFigureOut">
              <a:rPr lang="es-MX" smtClean="0"/>
              <a:t>26/11/2025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76F9F-244C-4A7E-9E3F-4AC332D7B95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83739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9F33F898-D7A4-4981-8465-552E348D7021}" type="datetimeFigureOut">
              <a:rPr lang="es-MX" smtClean="0"/>
              <a:t>26/11/2025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EF176F9F-244C-4A7E-9E3F-4AC332D7B95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039715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8757C-8D3D-1B00-EF8D-2C1A4ED436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>
                <a:effectLst/>
              </a:rPr>
              <a:t>MÓDULO DE KERNEL LINUX</a:t>
            </a:r>
            <a:endParaRPr lang="es-MX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A0DAD5-1C79-E185-F6F5-E92A33B191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459794"/>
            <a:ext cx="4493342" cy="398206"/>
          </a:xfrm>
        </p:spPr>
        <p:txBody>
          <a:bodyPr/>
          <a:lstStyle/>
          <a:p>
            <a:r>
              <a:rPr lang="es-MX" dirty="0"/>
              <a:t>362129-Olivas Chaparro Emmanuel</a:t>
            </a:r>
          </a:p>
        </p:txBody>
      </p:sp>
    </p:spTree>
    <p:extLst>
      <p:ext uri="{BB962C8B-B14F-4D97-AF65-F5344CB8AC3E}">
        <p14:creationId xmlns:p14="http://schemas.microsoft.com/office/powerpoint/2010/main" val="3152247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F2C81A-868E-2778-B204-E1BD894A9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ADDB0D8-05D4-141B-E8EE-E9C531B61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8" y="1301996"/>
            <a:ext cx="10926860" cy="1720981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9F14D7-A32F-4696-7409-AB3818FEE8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41120" y="3429000"/>
            <a:ext cx="7486008" cy="259939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6900" indent="0">
              <a:lnSpc>
                <a:spcPct val="90000"/>
              </a:lnSpc>
              <a:buClr>
                <a:srgbClr val="2BA870"/>
              </a:buClr>
              <a:buFont typeface="Wingdings 2" charset="2"/>
              <a:buNone/>
            </a:pPr>
            <a:r>
              <a:rPr lang="en-US" sz="1400" dirty="0"/>
              <a:t>	</a:t>
            </a:r>
            <a:r>
              <a:rPr lang="en-US" sz="1400" dirty="0" err="1"/>
              <a:t>Creación</a:t>
            </a:r>
            <a:r>
              <a:rPr lang="en-US" sz="1400" dirty="0"/>
              <a:t> de un </a:t>
            </a:r>
            <a:r>
              <a:rPr lang="en-US" sz="1400" dirty="0" err="1"/>
              <a:t>dispositivo</a:t>
            </a:r>
            <a:r>
              <a:rPr lang="en-US" sz="1400" dirty="0"/>
              <a:t> </a:t>
            </a:r>
            <a:r>
              <a:rPr lang="en-US" sz="1400" dirty="0" err="1"/>
              <a:t>en</a:t>
            </a:r>
            <a:r>
              <a:rPr lang="en-US" sz="1400" dirty="0"/>
              <a:t> /dev</a:t>
            </a:r>
          </a:p>
          <a:p>
            <a:pPr>
              <a:lnSpc>
                <a:spcPct val="90000"/>
              </a:lnSpc>
              <a:buClr>
                <a:srgbClr val="2BA870"/>
              </a:buClr>
            </a:pPr>
            <a:r>
              <a:rPr lang="en-US" sz="1400" dirty="0"/>
              <a:t>Al </a:t>
            </a:r>
            <a:r>
              <a:rPr lang="en-US" sz="1400" dirty="0" err="1"/>
              <a:t>cargarse</a:t>
            </a:r>
            <a:r>
              <a:rPr lang="en-US" sz="1400" dirty="0"/>
              <a:t>, </a:t>
            </a:r>
            <a:r>
              <a:rPr lang="en-US" sz="1400" dirty="0" err="1"/>
              <a:t>el</a:t>
            </a:r>
            <a:r>
              <a:rPr lang="en-US" sz="1400" dirty="0"/>
              <a:t> </a:t>
            </a:r>
            <a:r>
              <a:rPr lang="en-US" sz="1400" dirty="0" err="1"/>
              <a:t>módulo</a:t>
            </a:r>
            <a:r>
              <a:rPr lang="en-US" sz="1400" dirty="0"/>
              <a:t> </a:t>
            </a:r>
            <a:r>
              <a:rPr lang="en-US" sz="1400" dirty="0" err="1"/>
              <a:t>crea</a:t>
            </a:r>
            <a:r>
              <a:rPr lang="en-US" sz="1400" dirty="0"/>
              <a:t> </a:t>
            </a:r>
            <a:r>
              <a:rPr lang="en-US" sz="1400" dirty="0" err="1"/>
              <a:t>automáticamente</a:t>
            </a:r>
            <a:r>
              <a:rPr lang="en-US" sz="1400" dirty="0"/>
              <a:t>:</a:t>
            </a:r>
          </a:p>
          <a:p>
            <a:pPr marL="36900" indent="0">
              <a:lnSpc>
                <a:spcPct val="90000"/>
              </a:lnSpc>
              <a:buClr>
                <a:srgbClr val="2BA870"/>
              </a:buClr>
              <a:buFont typeface="Wingdings 2" charset="2"/>
              <a:buNone/>
            </a:pPr>
            <a:r>
              <a:rPr lang="en-US" sz="1400" dirty="0"/>
              <a:t>/dev/rick</a:t>
            </a:r>
          </a:p>
          <a:p>
            <a:pPr>
              <a:lnSpc>
                <a:spcPct val="90000"/>
              </a:lnSpc>
              <a:buClr>
                <a:srgbClr val="2BA870"/>
              </a:buClr>
            </a:pPr>
            <a:endParaRPr lang="en-US" sz="1400" dirty="0"/>
          </a:p>
          <a:p>
            <a:pPr>
              <a:lnSpc>
                <a:spcPct val="90000"/>
              </a:lnSpc>
              <a:buClr>
                <a:srgbClr val="2BA870"/>
              </a:buClr>
            </a:pPr>
            <a:r>
              <a:rPr lang="en-US" sz="1400" dirty="0"/>
              <a:t>Este </a:t>
            </a:r>
            <a:r>
              <a:rPr lang="en-US" sz="1400" dirty="0" err="1"/>
              <a:t>archivo</a:t>
            </a:r>
            <a:r>
              <a:rPr lang="en-US" sz="1400" dirty="0"/>
              <a:t> </a:t>
            </a:r>
            <a:r>
              <a:rPr lang="en-US" sz="1400" dirty="0" err="1"/>
              <a:t>permite</a:t>
            </a:r>
            <a:r>
              <a:rPr lang="en-US" sz="1400" dirty="0"/>
              <a:t> </a:t>
            </a:r>
            <a:r>
              <a:rPr lang="en-US" sz="1400" dirty="0" err="1"/>
              <a:t>que</a:t>
            </a:r>
            <a:r>
              <a:rPr lang="en-US" sz="1400" dirty="0"/>
              <a:t> </a:t>
            </a:r>
            <a:r>
              <a:rPr lang="en-US" sz="1400" dirty="0" err="1"/>
              <a:t>programas</a:t>
            </a:r>
            <a:r>
              <a:rPr lang="en-US" sz="1400" dirty="0"/>
              <a:t> de </a:t>
            </a:r>
            <a:r>
              <a:rPr lang="en-US" sz="1400" dirty="0" err="1"/>
              <a:t>usuario</a:t>
            </a:r>
            <a:r>
              <a:rPr lang="en-US" sz="1400" dirty="0"/>
              <a:t> lean y </a:t>
            </a:r>
            <a:r>
              <a:rPr lang="en-US" sz="1400" dirty="0" err="1"/>
              <a:t>escriban</a:t>
            </a:r>
            <a:r>
              <a:rPr lang="en-US" sz="1400" dirty="0"/>
              <a:t> </a:t>
            </a:r>
            <a:r>
              <a:rPr lang="en-US" sz="1400" dirty="0" err="1"/>
              <a:t>datos</a:t>
            </a:r>
            <a:r>
              <a:rPr lang="en-US" sz="1400" dirty="0"/>
              <a:t> </a:t>
            </a:r>
            <a:r>
              <a:rPr lang="en-US" sz="1400" dirty="0" err="1"/>
              <a:t>hacia</a:t>
            </a:r>
            <a:r>
              <a:rPr lang="en-US" sz="1400" dirty="0"/>
              <a:t> </a:t>
            </a:r>
            <a:r>
              <a:rPr lang="en-US" sz="1400" dirty="0" err="1"/>
              <a:t>el</a:t>
            </a:r>
            <a:r>
              <a:rPr lang="en-US" sz="1400" dirty="0"/>
              <a:t> kernel.</a:t>
            </a:r>
          </a:p>
          <a:p>
            <a:pPr>
              <a:lnSpc>
                <a:spcPct val="90000"/>
              </a:lnSpc>
              <a:buClr>
                <a:srgbClr val="2BA870"/>
              </a:buClr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561179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1913BA-A5DF-334F-133D-73DA7EE21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DD1CEB9-B83A-FADB-6B4B-2AB72114B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87961" y="613622"/>
            <a:ext cx="6889687" cy="29504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6900" indent="0">
              <a:buClr>
                <a:srgbClr val="2CB277"/>
              </a:buClr>
              <a:buFont typeface="Wingdings 2" charset="2"/>
              <a:buNone/>
            </a:pPr>
            <a:r>
              <a:rPr lang="en-US" dirty="0"/>
              <a:t>	Lectura </a:t>
            </a:r>
            <a:r>
              <a:rPr lang="en-US" dirty="0" err="1"/>
              <a:t>desde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dispositivo</a:t>
            </a:r>
            <a:endParaRPr lang="en-US" dirty="0"/>
          </a:p>
          <a:p>
            <a:pPr>
              <a:buClr>
                <a:srgbClr val="2CB277"/>
              </a:buClr>
            </a:pPr>
            <a:r>
              <a:rPr lang="en-US" dirty="0"/>
              <a:t>Cuando un </a:t>
            </a:r>
            <a:r>
              <a:rPr lang="en-US" dirty="0" err="1"/>
              <a:t>usuario</a:t>
            </a:r>
            <a:r>
              <a:rPr lang="en-US" dirty="0"/>
              <a:t> </a:t>
            </a:r>
            <a:r>
              <a:rPr lang="en-US" dirty="0" err="1"/>
              <a:t>ejecuta</a:t>
            </a:r>
            <a:r>
              <a:rPr lang="en-US" dirty="0"/>
              <a:t>:</a:t>
            </a:r>
          </a:p>
          <a:p>
            <a:pPr marL="36900" indent="0">
              <a:buClr>
                <a:srgbClr val="2CB277"/>
              </a:buClr>
              <a:buFont typeface="Wingdings 2" charset="2"/>
              <a:buNone/>
            </a:pPr>
            <a:r>
              <a:rPr lang="en-US" dirty="0"/>
              <a:t>	cat /dev/rick</a:t>
            </a:r>
          </a:p>
          <a:p>
            <a:pPr marL="36900" indent="0">
              <a:buClr>
                <a:srgbClr val="2CB277"/>
              </a:buClr>
              <a:buFont typeface="Wingdings 2" charset="2"/>
              <a:buNone/>
            </a:pPr>
            <a:endParaRPr lang="en-US" dirty="0"/>
          </a:p>
          <a:p>
            <a:pPr>
              <a:buClr>
                <a:srgbClr val="2CB277"/>
              </a:buClr>
            </a:pPr>
            <a:r>
              <a:rPr lang="en-US" dirty="0"/>
              <a:t>El </a:t>
            </a:r>
            <a:r>
              <a:rPr lang="en-US" dirty="0" err="1"/>
              <a:t>módulo</a:t>
            </a:r>
            <a:r>
              <a:rPr lang="en-US" dirty="0"/>
              <a:t> </a:t>
            </a:r>
            <a:r>
              <a:rPr lang="en-US" dirty="0" err="1"/>
              <a:t>devuelve</a:t>
            </a:r>
            <a:r>
              <a:rPr lang="en-US" dirty="0"/>
              <a:t> un </a:t>
            </a:r>
            <a:r>
              <a:rPr lang="en-US" dirty="0" err="1"/>
              <a:t>mensaje</a:t>
            </a:r>
            <a:r>
              <a:rPr lang="en-US" dirty="0"/>
              <a:t> </a:t>
            </a:r>
            <a:r>
              <a:rPr lang="en-US" dirty="0" err="1"/>
              <a:t>generado</a:t>
            </a:r>
            <a:r>
              <a:rPr lang="en-US" dirty="0"/>
              <a:t> </a:t>
            </a:r>
            <a:r>
              <a:rPr lang="en-US" dirty="0" err="1"/>
              <a:t>desde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kernel, </a:t>
            </a:r>
            <a:r>
              <a:rPr lang="en-US" dirty="0" err="1"/>
              <a:t>mostrando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la </a:t>
            </a:r>
            <a:r>
              <a:rPr lang="en-US" dirty="0" err="1"/>
              <a:t>lectura</a:t>
            </a:r>
            <a:r>
              <a:rPr lang="en-US" dirty="0"/>
              <a:t> </a:t>
            </a:r>
            <a:r>
              <a:rPr lang="en-US" dirty="0" err="1"/>
              <a:t>funciona</a:t>
            </a:r>
            <a:r>
              <a:rPr lang="en-US" dirty="0"/>
              <a:t> </a:t>
            </a:r>
            <a:r>
              <a:rPr lang="en-US" dirty="0" err="1"/>
              <a:t>correctamente</a:t>
            </a:r>
            <a:r>
              <a:rPr lang="en-US" dirty="0"/>
              <a:t>.</a:t>
            </a:r>
          </a:p>
          <a:p>
            <a:pPr>
              <a:buClr>
                <a:srgbClr val="2CB277"/>
              </a:buClr>
            </a:pPr>
            <a:endParaRPr lang="en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6F9202A-E1C2-9C40-CDF7-1C425A4DEA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9652" y="4498694"/>
            <a:ext cx="6677996" cy="888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225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A0863-7A85-99BD-5439-A0ED15B9D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AF5F33-9ADF-FCE8-FB4B-D7C3031092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4235" y="777240"/>
            <a:ext cx="5304125" cy="4348311"/>
          </a:xfrm>
        </p:spPr>
        <p:txBody>
          <a:bodyPr/>
          <a:lstStyle/>
          <a:p>
            <a:pPr marL="36900" indent="0">
              <a:buNone/>
            </a:pPr>
            <a:r>
              <a:rPr lang="es-MX" dirty="0">
                <a:effectLst/>
              </a:rPr>
              <a:t>	Escritura hacia el dispositivo</a:t>
            </a:r>
          </a:p>
          <a:p>
            <a:r>
              <a:rPr lang="es-MX" dirty="0">
                <a:effectLst/>
              </a:rPr>
              <a:t>Cuando el usuario escribe en el dispositivo:</a:t>
            </a:r>
          </a:p>
          <a:p>
            <a:pPr marL="36900" indent="0">
              <a:buNone/>
            </a:pPr>
            <a:r>
              <a:rPr lang="es-MX" dirty="0">
                <a:effectLst/>
              </a:rPr>
              <a:t>	echo "texto" &gt; /</a:t>
            </a:r>
            <a:r>
              <a:rPr lang="es-MX" dirty="0" err="1">
                <a:effectLst/>
              </a:rPr>
              <a:t>dev</a:t>
            </a:r>
            <a:r>
              <a:rPr lang="es-MX" dirty="0">
                <a:effectLst/>
              </a:rPr>
              <a:t>/</a:t>
            </a:r>
            <a:r>
              <a:rPr lang="es-MX" dirty="0" err="1">
                <a:effectLst/>
              </a:rPr>
              <a:t>rick</a:t>
            </a:r>
            <a:endParaRPr lang="es-MX" dirty="0">
              <a:effectLst/>
            </a:endParaRPr>
          </a:p>
          <a:p>
            <a:endParaRPr lang="es-MX" dirty="0">
              <a:effectLst/>
            </a:endParaRPr>
          </a:p>
          <a:p>
            <a:r>
              <a:rPr lang="es-MX" dirty="0">
                <a:effectLst/>
              </a:rPr>
              <a:t>El módulo recibe la cadena y la imprime en la bitácora del sistema.</a:t>
            </a:r>
          </a:p>
          <a:p>
            <a:endParaRPr lang="es-MX" dirty="0">
              <a:effectLst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2CF5495-DD9D-B341-1457-21A3F95CF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235" y="4831080"/>
            <a:ext cx="10444092" cy="138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650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E91D0A-5598-4EB7-56DD-597C3987B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5CB840F-8E41-4CA5-B79B-25CC80AD23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692B05-648E-0065-3DEC-0FC86ABB30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3078749" cy="448208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6900" indent="0">
              <a:buFont typeface="Wingdings 2" charset="2"/>
              <a:buNone/>
            </a:pPr>
            <a:r>
              <a:rPr lang="en-US" sz="160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</a:rPr>
              <a:t>	Modo flujo</a:t>
            </a:r>
          </a:p>
          <a:p>
            <a:r>
              <a:rPr lang="en-US" sz="160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</a:rPr>
              <a:t>Si está activado:</a:t>
            </a:r>
          </a:p>
          <a:p>
            <a:pPr marL="36900" indent="0">
              <a:buFont typeface="Wingdings 2" charset="2"/>
              <a:buNone/>
            </a:pPr>
            <a:r>
              <a:rPr lang="en-US" sz="160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</a:rPr>
              <a:t>	El módulo inicia un hilo dentro del 	kernel.</a:t>
            </a:r>
          </a:p>
          <a:p>
            <a:endParaRPr lang="en-US" sz="1600">
              <a:ln>
                <a:solidFill>
                  <a:srgbClr val="404040">
                    <a:alpha val="10000"/>
                  </a:srgbClr>
                </a:solidFill>
              </a:ln>
              <a:solidFill>
                <a:srgbClr val="DADADA"/>
              </a:solidFill>
            </a:endParaRPr>
          </a:p>
          <a:p>
            <a:r>
              <a:rPr lang="en-US" sz="160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</a:rPr>
              <a:t>Ese hilo imprime constantemente en la bitácora un mensaje repetitivo.</a:t>
            </a:r>
          </a:p>
          <a:p>
            <a:endParaRPr lang="en-US" sz="1600">
              <a:ln>
                <a:solidFill>
                  <a:srgbClr val="404040">
                    <a:alpha val="10000"/>
                  </a:srgbClr>
                </a:solidFill>
              </a:ln>
              <a:solidFill>
                <a:srgbClr val="DADADA"/>
              </a:solidFill>
            </a:endParaRPr>
          </a:p>
          <a:p>
            <a:r>
              <a:rPr lang="en-US" sz="160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</a:rPr>
              <a:t>Este flujo continúa hasta que se envía "0" o se elimina el módulo.</a:t>
            </a:r>
          </a:p>
          <a:p>
            <a:endParaRPr lang="en-US" sz="1600">
              <a:ln>
                <a:solidFill>
                  <a:srgbClr val="404040">
                    <a:alpha val="10000"/>
                  </a:srgbClr>
                </a:solidFill>
              </a:ln>
              <a:solidFill>
                <a:srgbClr val="DADADA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72C54DB-F390-FD3D-3181-F7CE1BC30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6339" y="1021204"/>
            <a:ext cx="6642193" cy="4815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2681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05C17-E58A-5DE9-1E9C-38AAF6C09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D1874A-795D-6A7C-036D-ECEA9A5D3A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5878" y="216059"/>
            <a:ext cx="5060497" cy="4058750"/>
          </a:xfrm>
        </p:spPr>
        <p:txBody>
          <a:bodyPr>
            <a:normAutofit/>
          </a:bodyPr>
          <a:lstStyle/>
          <a:p>
            <a:r>
              <a:rPr lang="es-MX" dirty="0"/>
              <a:t>Carga y descarga del módulo</a:t>
            </a:r>
          </a:p>
          <a:p>
            <a:pPr marL="36900" indent="0">
              <a:buNone/>
            </a:pPr>
            <a:r>
              <a:rPr lang="es-MX" dirty="0"/>
              <a:t>	Al eliminarlo, el módulo limpia todos 	sus recursos:</a:t>
            </a:r>
          </a:p>
          <a:p>
            <a:pPr marL="36900" indent="0">
              <a:buNone/>
            </a:pPr>
            <a:r>
              <a:rPr lang="es-MX" dirty="0"/>
              <a:t>	Detiene el hilo si está activo.</a:t>
            </a:r>
          </a:p>
          <a:p>
            <a:pPr marL="36900" indent="0">
              <a:buNone/>
            </a:pPr>
            <a:r>
              <a:rPr lang="es-MX" dirty="0"/>
              <a:t>	Borra el archivo /</a:t>
            </a:r>
            <a:r>
              <a:rPr lang="es-MX" dirty="0" err="1"/>
              <a:t>dev</a:t>
            </a:r>
            <a:r>
              <a:rPr lang="es-MX" dirty="0"/>
              <a:t>/</a:t>
            </a:r>
            <a:r>
              <a:rPr lang="es-MX" dirty="0" err="1"/>
              <a:t>rick</a:t>
            </a:r>
            <a:r>
              <a:rPr lang="es-MX" dirty="0"/>
              <a:t>.</a:t>
            </a:r>
          </a:p>
          <a:p>
            <a:pPr marL="36900" indent="0">
              <a:buNone/>
            </a:pPr>
            <a:r>
              <a:rPr lang="es-MX" dirty="0"/>
              <a:t>	Libera el número mayor/menor.</a:t>
            </a:r>
          </a:p>
          <a:p>
            <a:pPr marL="36900" indent="0">
              <a:buNone/>
            </a:pPr>
            <a:r>
              <a:rPr lang="es-MX" dirty="0"/>
              <a:t>	Elimina la clase del dispositivo.</a:t>
            </a:r>
          </a:p>
          <a:p>
            <a:endParaRPr lang="es-MX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4B0D40D-C884-7C12-3E21-D4BE91DF0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1695" y="3827072"/>
            <a:ext cx="6239746" cy="44773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A309585-B146-2E6E-3129-B9B2EB169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1695" y="4896750"/>
            <a:ext cx="5372850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769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75856-E1DD-3B8B-4A9E-4FB9909BA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2322AF3-2B81-DAA9-02E2-8D7F4EC6C58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9DBF7DE-A646-C2E5-80F4-FC3CB0DE44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487" y="356695"/>
            <a:ext cx="8862273" cy="6144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802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9689426-0647-6E21-34F7-EDBA3C769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941" y="613969"/>
            <a:ext cx="8726118" cy="5630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98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5C22A96-0E89-BFEE-0D1D-08A79F1DE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021" y="2042919"/>
            <a:ext cx="7763958" cy="277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212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94A50D4-D5D2-D7FD-E421-A6A2530376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29" y="94784"/>
            <a:ext cx="10869542" cy="6668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0982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53CF08F-A9E6-9189-6764-3390EA123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5377" y="0"/>
            <a:ext cx="87212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6593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141D030-561F-31D3-197B-08D0D58E6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3311" y="1223654"/>
            <a:ext cx="5925377" cy="4410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9250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44</TotalTime>
  <Words>207</Words>
  <Application>Microsoft Office PowerPoint</Application>
  <PresentationFormat>Panorámica</PresentationFormat>
  <Paragraphs>31</Paragraphs>
  <Slides>12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Aptos</vt:lpstr>
      <vt:lpstr>Calisto MT</vt:lpstr>
      <vt:lpstr>Wingdings 2</vt:lpstr>
      <vt:lpstr>Slate</vt:lpstr>
      <vt:lpstr>MÓDULO DE KERNEL LINUX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Emmanuel Olivas Chaparro</dc:creator>
  <cp:lastModifiedBy>Emmanuel Olivas Chaparro</cp:lastModifiedBy>
  <cp:revision>1</cp:revision>
  <dcterms:created xsi:type="dcterms:W3CDTF">2025-10-07T19:02:57Z</dcterms:created>
  <dcterms:modified xsi:type="dcterms:W3CDTF">2025-11-26T19:44:26Z</dcterms:modified>
</cp:coreProperties>
</file>